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09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EEBDA-2A5F-AED8-18DE-0403540CE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20767A-774C-D938-CEC3-0F78D5478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A14B7-28C0-6C34-41BC-DC2C37B6F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F73FD-7016-48EC-8D5F-F281B65E55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27101-9F28-20CB-DA89-20171BE2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B62B9-5EE9-A12F-6681-E5388D41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6E50-CEF7-4223-BFAF-40BFB3BA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53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7DE9E-0C66-528F-582B-6B8F8EE38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CE4E3-472C-5F69-669F-9097020FF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CA412-4736-689E-03EB-54AD9EBE6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F73FD-7016-48EC-8D5F-F281B65E55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6A6F3-6E54-08CA-BEA4-C64C53807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3CECF-1179-13D8-8824-D28A9C455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6E50-CEF7-4223-BFAF-40BFB3BA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96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9D10-D11F-189E-097B-598C46BD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01B9F-5D87-96A3-4AB8-B06CEF8F0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44060-65B8-11F6-A661-5E650960E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F73FD-7016-48EC-8D5F-F281B65E55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853FE-B42E-0ED3-E770-E60B4BCB9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43D07-9DD2-10E8-F776-3A25335C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6E50-CEF7-4223-BFAF-40BFB3BA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486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495D9-08E9-918D-DF4F-79106000E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9BCFF-B92C-2423-0F09-018BE0D0B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2BD77-D138-504B-3BC1-074D187A4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DF01B-1A95-D69F-A223-F72353D64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F73FD-7016-48EC-8D5F-F281B65E55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5BECB-805C-09AC-9A38-21654DDFB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58D77-A179-D0A5-4B01-379ECC2B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6E50-CEF7-4223-BFAF-40BFB3BA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21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5220-280E-B63D-3388-FBE60C000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A470F-A563-476A-A56C-BDA1CBDB6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08CFB-30D0-15BE-E308-7B126430E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BE6A7-3427-4503-52B0-17FA7DDCD0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FD3D1C-72FC-529F-2CFA-0C4E3AEDD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586FBC-053F-9DED-65E1-155B89689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F73FD-7016-48EC-8D5F-F281B65E55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9A2B52-AE03-F3AD-E438-4F4A8E996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EA126-7C47-803C-6DA0-954FEE7D7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6E50-CEF7-4223-BFAF-40BFB3BA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69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8291-C223-3047-EB56-1AABC2A0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DBE477-1F49-EFD6-EC03-2F622A06B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F73FD-7016-48EC-8D5F-F281B65E55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2B8DF-753B-D18A-732E-46F23150B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8F1DD9-73FA-26F4-FD0E-0E6A01A1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6E50-CEF7-4223-BFAF-40BFB3BA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732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215C25-5759-CBA6-38A0-593C6D8E0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F73FD-7016-48EC-8D5F-F281B65E55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7CFDC8-41FF-316D-4728-1C8A1A169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F699B-C7CF-040D-378B-47E4EDEB4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6E50-CEF7-4223-BFAF-40BFB3BA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89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EDCB0-2250-1FDD-2C3C-75B704F98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FE9DF-76BB-DBA8-2043-14E99EDC2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DE670B-8316-D357-1D47-8E10E53EF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BB1E7-0E87-370D-33B5-8F1AD7CD4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F73FD-7016-48EC-8D5F-F281B65E55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0747D-DB3B-0205-CCCD-F4206F3F4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B52C8-DD19-D60A-1FDA-B25EFAEA1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6E50-CEF7-4223-BFAF-40BFB3BA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119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AA2E-78A6-4C65-3819-E948855CE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CFD849-A2FC-B09E-4B46-9971C9354B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5B346-BC40-D033-49F6-D1C7A2F03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DE4DC-42A2-57C2-0288-71EE10218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F73FD-7016-48EC-8D5F-F281B65E55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7F847-2B07-E3D6-C9B5-FBC44B189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B965B-B9A5-18F6-1297-78504769A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6E50-CEF7-4223-BFAF-40BFB3BA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830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79D83-1CE4-A68E-46BE-FC688BD9C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0DE7A-2C0D-465F-BA4D-F4FC5B00B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DEF78-B582-AAA3-EE14-3A59198B5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F73FD-7016-48EC-8D5F-F281B65E55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E53CA-E64F-B56B-9665-45B8366EE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DB5E-6997-4388-3157-F1F2514A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6E50-CEF7-4223-BFAF-40BFB3BA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800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F53D2B-56F9-48EA-6096-EDBB83D0F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AF226-A810-7E2F-7FC4-8581E6C1A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30F3-7AA2-D86A-3768-98086CBC9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F73FD-7016-48EC-8D5F-F281B65E55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E694D-4BBB-7BBA-C724-B318427DA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728FE-35BB-2BBD-A06A-99567612A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6E50-CEF7-4223-BFAF-40BFB3BA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4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BECAA7-228D-0CC8-6B0A-1C4EA8780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E27ED-7A40-D348-B161-FF75E6B9E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823F3-0D50-DAFA-F15D-DFD5CD582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F73FD-7016-48EC-8D5F-F281B65E55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BE5B1-7FCE-EFB5-8D6F-2184BEC19D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7A69A-5E54-E0CD-A090-D3FF8E6E0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D6E50-CEF7-4223-BFAF-40BFB3BA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270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BF4635-3A79-D8E2-27F1-7178A1977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F5BB93B-2B88-49B3-1BD3-AD6AA35726A1}"/>
              </a:ext>
            </a:extLst>
          </p:cNvPr>
          <p:cNvSpPr/>
          <p:nvPr/>
        </p:nvSpPr>
        <p:spPr>
          <a:xfrm>
            <a:off x="0" y="1"/>
            <a:ext cx="12192000" cy="41809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dirty="0"/>
              <a:t>HR 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E92807-233E-8F65-D36D-CE6D09D11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606" y="0"/>
            <a:ext cx="448394" cy="45026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2A1D567-88C0-B6E9-9974-582ED3BC9C02}"/>
              </a:ext>
            </a:extLst>
          </p:cNvPr>
          <p:cNvSpPr/>
          <p:nvPr/>
        </p:nvSpPr>
        <p:spPr>
          <a:xfrm>
            <a:off x="88490" y="450262"/>
            <a:ext cx="12192000" cy="563544"/>
          </a:xfrm>
          <a:prstGeom prst="rect">
            <a:avLst/>
          </a:prstGeom>
          <a:solidFill>
            <a:schemeClr val="tx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872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09A81-156C-0FCB-0B9F-6DCE8D049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B825C7-B16E-F81C-4CA5-387415F54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C2CA2E-2DA6-A140-8CED-7431122EC145}"/>
              </a:ext>
            </a:extLst>
          </p:cNvPr>
          <p:cNvSpPr/>
          <p:nvPr/>
        </p:nvSpPr>
        <p:spPr>
          <a:xfrm>
            <a:off x="0" y="1"/>
            <a:ext cx="12192000" cy="41809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dirty="0"/>
              <a:t>HR Attrition 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C3E73B-5B7A-480E-E24A-746C1ED4E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606" y="0"/>
            <a:ext cx="448394" cy="45026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FAEA240-6788-896A-F0BD-F7AE4416FAA3}"/>
              </a:ext>
            </a:extLst>
          </p:cNvPr>
          <p:cNvSpPr/>
          <p:nvPr/>
        </p:nvSpPr>
        <p:spPr>
          <a:xfrm>
            <a:off x="0" y="418091"/>
            <a:ext cx="12192000" cy="563544"/>
          </a:xfrm>
          <a:prstGeom prst="rect">
            <a:avLst/>
          </a:prstGeom>
          <a:solidFill>
            <a:schemeClr val="tx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708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Data Wolfs</dc:creator>
  <cp:lastModifiedBy>Aya Ali</cp:lastModifiedBy>
  <cp:revision>5</cp:revision>
  <dcterms:created xsi:type="dcterms:W3CDTF">2023-07-18T13:24:27Z</dcterms:created>
  <dcterms:modified xsi:type="dcterms:W3CDTF">2026-04-04T15:53:20Z</dcterms:modified>
</cp:coreProperties>
</file>